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H="1">
            <a:off x="4339465" y="4287520"/>
            <a:ext cx="5400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4609465" y="2925445"/>
            <a:ext cx="0" cy="1362075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 flipV="1">
            <a:off x="4049395" y="2317115"/>
            <a:ext cx="2540" cy="90297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4021455" y="2338070"/>
            <a:ext cx="5400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538345" y="2338070"/>
            <a:ext cx="635" cy="1334135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437255" y="1907540"/>
            <a:ext cx="117221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上</a:t>
            </a:r>
            <a:r>
              <a:rPr lang="zh-CN" altLang="en-US"/>
              <a:t>横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845435" y="1271905"/>
            <a:ext cx="863600" cy="41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缸</a:t>
            </a:r>
            <a:r>
              <a:rPr lang="zh-CN" altLang="en-US"/>
              <a:t>内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822700" y="3331845"/>
            <a:ext cx="638175" cy="793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夹玻</a:t>
            </a:r>
            <a:r>
              <a:rPr lang="zh-CN" altLang="en-US"/>
              <a:t>璃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312920" y="4314190"/>
            <a:ext cx="593090" cy="26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421823" y="4286250"/>
            <a:ext cx="375285" cy="3752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609465" y="4608830"/>
            <a:ext cx="0" cy="1800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4429465" y="4784725"/>
            <a:ext cx="3600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245100" y="4434205"/>
            <a:ext cx="117221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万向接</a:t>
            </a:r>
            <a:r>
              <a:rPr lang="zh-CN" altLang="en-US"/>
              <a:t>头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538980" y="5408295"/>
            <a:ext cx="1835785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下面接摄像</a:t>
            </a:r>
            <a:r>
              <a:rPr lang="zh-CN" altLang="en-US"/>
              <a:t>头</a:t>
            </a:r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376420" y="2437130"/>
            <a:ext cx="288000" cy="1054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188585" y="2124710"/>
            <a:ext cx="2110105" cy="41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调节壁厚</a:t>
            </a:r>
            <a:r>
              <a:rPr lang="zh-CN" altLang="en-US"/>
              <a:t>固定螺丝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553585" y="3382645"/>
            <a:ext cx="288000" cy="1054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275705" y="1069975"/>
            <a:ext cx="863600" cy="41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缸</a:t>
            </a:r>
            <a:r>
              <a:rPr lang="zh-CN" altLang="en-US"/>
              <a:t>外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757420" y="2584450"/>
            <a:ext cx="863600" cy="41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A</a:t>
            </a:r>
            <a:r>
              <a:rPr lang="zh-CN" altLang="en-US"/>
              <a:t>竖</a:t>
            </a:r>
            <a:r>
              <a:rPr lang="zh-CN" altLang="en-US"/>
              <a:t>板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879340" y="3695700"/>
            <a:ext cx="863600" cy="41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B</a:t>
            </a:r>
            <a:r>
              <a:rPr lang="zh-CN" altLang="en-US"/>
              <a:t>竖</a:t>
            </a:r>
            <a:r>
              <a:rPr lang="zh-CN" altLang="en-US"/>
              <a:t>板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955540" y="3169285"/>
            <a:ext cx="2110740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固定</a:t>
            </a:r>
            <a:r>
              <a:rPr lang="en-US" altLang="zh-CN"/>
              <a:t>AB</a:t>
            </a:r>
            <a:r>
              <a:rPr lang="zh-CN" altLang="en-US"/>
              <a:t>竖</a:t>
            </a:r>
            <a:r>
              <a:rPr lang="zh-CN" altLang="en-US"/>
              <a:t>板螺丝</a:t>
            </a:r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4616450" y="4766310"/>
            <a:ext cx="148590" cy="529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242435" y="262255"/>
            <a:ext cx="0" cy="637476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7124065" y="3345180"/>
            <a:ext cx="4566920" cy="2477135"/>
            <a:chOff x="11219" y="5268"/>
            <a:chExt cx="7192" cy="3901"/>
          </a:xfrm>
        </p:grpSpPr>
        <p:sp>
          <p:nvSpPr>
            <p:cNvPr id="31" name="矩形 30"/>
            <p:cNvSpPr/>
            <p:nvPr/>
          </p:nvSpPr>
          <p:spPr>
            <a:xfrm>
              <a:off x="13134" y="7525"/>
              <a:ext cx="3402" cy="2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13912" y="6672"/>
              <a:ext cx="1846" cy="110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2" name="组合 31"/>
            <p:cNvGrpSpPr/>
            <p:nvPr/>
          </p:nvGrpSpPr>
          <p:grpSpPr>
            <a:xfrm rot="0">
              <a:off x="14201" y="7086"/>
              <a:ext cx="1267" cy="813"/>
              <a:chOff x="14187" y="6074"/>
              <a:chExt cx="1267" cy="753"/>
            </a:xfrm>
            <a:solidFill>
              <a:schemeClr val="bg1"/>
            </a:solidFill>
          </p:grpSpPr>
          <p:sp>
            <p:nvSpPr>
              <p:cNvPr id="28" name="矩形 27"/>
              <p:cNvSpPr/>
              <p:nvPr/>
            </p:nvSpPr>
            <p:spPr>
              <a:xfrm>
                <a:off x="14187" y="6074"/>
                <a:ext cx="1267" cy="3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4504" y="6394"/>
                <a:ext cx="634" cy="43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33" name="直接箭头连接符 32"/>
            <p:cNvCxnSpPr/>
            <p:nvPr/>
          </p:nvCxnSpPr>
          <p:spPr>
            <a:xfrm>
              <a:off x="13893" y="5807"/>
              <a:ext cx="1793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14063" y="5268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12mm</a:t>
              </a:r>
              <a:endParaRPr lang="en-US" altLang="zh-CN"/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13135" y="8643"/>
              <a:ext cx="3362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14083" y="8589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22mm</a:t>
              </a:r>
              <a:endParaRPr lang="en-US" altLang="zh-CN"/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H="1">
              <a:off x="16886" y="6598"/>
              <a:ext cx="7" cy="115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6981" y="6891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5mm</a:t>
              </a:r>
              <a:endParaRPr lang="en-US" altLang="zh-CN"/>
            </a:p>
          </p:txBody>
        </p:sp>
        <p:cxnSp>
          <p:nvCxnSpPr>
            <p:cNvPr id="39" name="直接箭头连接符 38"/>
            <p:cNvCxnSpPr/>
            <p:nvPr/>
          </p:nvCxnSpPr>
          <p:spPr>
            <a:xfrm>
              <a:off x="14187" y="6414"/>
              <a:ext cx="1309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14096" y="5812"/>
              <a:ext cx="1430" cy="48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/>
                <a:t>10mm</a:t>
              </a:r>
              <a:endParaRPr lang="en-US" altLang="zh-CN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4048" y="7993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7mm</a:t>
              </a:r>
              <a:endParaRPr lang="en-US" altLang="zh-CN"/>
            </a:p>
          </p:txBody>
        </p:sp>
        <p:cxnSp>
          <p:nvCxnSpPr>
            <p:cNvPr id="44" name="直接箭头连接符 43"/>
            <p:cNvCxnSpPr/>
            <p:nvPr/>
          </p:nvCxnSpPr>
          <p:spPr>
            <a:xfrm>
              <a:off x="14480" y="7921"/>
              <a:ext cx="674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5" name="文本框 44"/>
            <p:cNvSpPr txBox="1"/>
            <p:nvPr/>
          </p:nvSpPr>
          <p:spPr>
            <a:xfrm>
              <a:off x="11219" y="7354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1mm</a:t>
              </a:r>
              <a:endParaRPr lang="en-US" altLang="zh-CN"/>
            </a:p>
          </p:txBody>
        </p:sp>
        <p:cxnSp>
          <p:nvCxnSpPr>
            <p:cNvPr id="46" name="直接箭头连接符 45"/>
            <p:cNvCxnSpPr/>
            <p:nvPr/>
          </p:nvCxnSpPr>
          <p:spPr>
            <a:xfrm flipH="1">
              <a:off x="12772" y="7511"/>
              <a:ext cx="3" cy="266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7068185" y="321310"/>
            <a:ext cx="4899660" cy="2560955"/>
            <a:chOff x="11131" y="506"/>
            <a:chExt cx="7716" cy="4033"/>
          </a:xfrm>
        </p:grpSpPr>
        <p:sp>
          <p:nvSpPr>
            <p:cNvPr id="53" name="文本框 52"/>
            <p:cNvSpPr txBox="1"/>
            <p:nvPr/>
          </p:nvSpPr>
          <p:spPr>
            <a:xfrm>
              <a:off x="13961" y="506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22mm</a:t>
              </a:r>
              <a:endParaRPr lang="en-US" altLang="zh-CN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4124" y="3959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12mm</a:t>
              </a:r>
              <a:endParaRPr lang="en-US" altLang="zh-CN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7417" y="2364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11mm</a:t>
              </a:r>
              <a:endParaRPr lang="en-US" altLang="zh-CN"/>
            </a:p>
          </p:txBody>
        </p:sp>
        <p:cxnSp>
          <p:nvCxnSpPr>
            <p:cNvPr id="56" name="直接箭头连接符 55"/>
            <p:cNvCxnSpPr/>
            <p:nvPr/>
          </p:nvCxnSpPr>
          <p:spPr>
            <a:xfrm>
              <a:off x="12652" y="2336"/>
              <a:ext cx="6" cy="62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11131" y="2384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6mm</a:t>
              </a:r>
              <a:endParaRPr lang="en-US" altLang="zh-CN"/>
            </a:p>
          </p:txBody>
        </p:sp>
        <p:sp>
          <p:nvSpPr>
            <p:cNvPr id="47" name="椭圆 46"/>
            <p:cNvSpPr/>
            <p:nvPr/>
          </p:nvSpPr>
          <p:spPr>
            <a:xfrm>
              <a:off x="13163" y="1863"/>
              <a:ext cx="3288" cy="164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3834" y="2229"/>
              <a:ext cx="1909" cy="91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9" name="直接箭头连接符 48"/>
            <p:cNvCxnSpPr/>
            <p:nvPr/>
          </p:nvCxnSpPr>
          <p:spPr>
            <a:xfrm>
              <a:off x="13121" y="1461"/>
              <a:ext cx="3362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H="1">
              <a:off x="17279" y="1993"/>
              <a:ext cx="9" cy="134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>
              <a:off x="13927" y="3835"/>
              <a:ext cx="1772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" name="组合 14"/>
          <p:cNvGrpSpPr/>
          <p:nvPr/>
        </p:nvGrpSpPr>
        <p:grpSpPr>
          <a:xfrm>
            <a:off x="1272540" y="551815"/>
            <a:ext cx="6200775" cy="4758690"/>
            <a:chOff x="2004" y="869"/>
            <a:chExt cx="9765" cy="7494"/>
          </a:xfrm>
        </p:grpSpPr>
        <p:sp>
          <p:nvSpPr>
            <p:cNvPr id="4" name="矩形 3"/>
            <p:cNvSpPr/>
            <p:nvPr/>
          </p:nvSpPr>
          <p:spPr>
            <a:xfrm>
              <a:off x="2004" y="2468"/>
              <a:ext cx="5162" cy="438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3602" y="3768"/>
              <a:ext cx="1894" cy="1894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梯形 5"/>
            <p:cNvSpPr/>
            <p:nvPr/>
          </p:nvSpPr>
          <p:spPr>
            <a:xfrm rot="10800000">
              <a:off x="2042" y="1833"/>
              <a:ext cx="5117" cy="628"/>
            </a:xfrm>
            <a:prstGeom prst="trapezoid">
              <a:avLst>
                <a:gd name="adj" fmla="val 92038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H="1">
              <a:off x="7470" y="1302"/>
              <a:ext cx="1223" cy="4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9071" y="869"/>
              <a:ext cx="2698" cy="6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阿卡</a:t>
              </a:r>
              <a:r>
                <a:rPr lang="en-US" altLang="zh-CN"/>
                <a:t> </a:t>
              </a:r>
              <a:endParaRPr lang="en-US" altLang="zh-CN"/>
            </a:p>
            <a:p>
              <a:r>
                <a:rPr lang="zh-CN" altLang="en-US"/>
                <a:t>（在相机顶面，上宽下窄，才可以卡坐快接母</a:t>
              </a:r>
              <a:r>
                <a:rPr lang="zh-CN" altLang="en-US"/>
                <a:t>口）</a:t>
              </a:r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393" y="4448"/>
              <a:ext cx="2698" cy="6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镜</a:t>
              </a:r>
              <a:r>
                <a:rPr lang="zh-CN" altLang="en-US"/>
                <a:t>头</a:t>
              </a:r>
              <a:endParaRPr lang="zh-CN" altLang="en-US"/>
            </a:p>
            <a:p>
              <a:r>
                <a:rPr lang="zh-CN" altLang="en-US"/>
                <a:t>（前视</a:t>
              </a:r>
              <a:r>
                <a:rPr lang="zh-CN" altLang="en-US"/>
                <a:t>角）</a:t>
              </a: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548" y="7683"/>
              <a:ext cx="2698" cy="6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USB-type-c </a:t>
              </a:r>
              <a:r>
                <a:rPr lang="zh-CN" altLang="en-US"/>
                <a:t>母座模</a:t>
              </a:r>
              <a:r>
                <a:rPr lang="zh-CN" altLang="en-US"/>
                <a:t>块</a:t>
              </a:r>
              <a:endParaRPr lang="zh-CN" altLang="en-US"/>
            </a:p>
            <a:p>
              <a:r>
                <a:rPr lang="zh-CN" altLang="en-US"/>
                <a:t>（在相机底</a:t>
              </a:r>
              <a:r>
                <a:rPr lang="zh-CN" altLang="en-US"/>
                <a:t>面）</a:t>
              </a:r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534" y="6705"/>
              <a:ext cx="1984" cy="15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4182" y="6138"/>
              <a:ext cx="689" cy="57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H="1" flipV="1">
              <a:off x="5792" y="4738"/>
              <a:ext cx="2112" cy="5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H="1" flipV="1">
              <a:off x="4858" y="6995"/>
              <a:ext cx="1834" cy="11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WPS 演示</Application>
  <PresentationFormat>宽屏</PresentationFormat>
  <Paragraphs>49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Brig</cp:lastModifiedBy>
  <cp:revision>158</cp:revision>
  <dcterms:created xsi:type="dcterms:W3CDTF">2019-06-19T02:08:00Z</dcterms:created>
  <dcterms:modified xsi:type="dcterms:W3CDTF">2026-09-23T03:39:36Z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890A51E47FBA49918B7271CB20421959_11</vt:lpwstr>
  </property>
</Properties>
</file>